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5" r:id="rId1"/>
  </p:sldMasterIdLst>
  <p:notesMasterIdLst>
    <p:notesMasterId r:id="rId3"/>
  </p:notesMasterIdLst>
  <p:handoutMasterIdLst>
    <p:handoutMasterId r:id="rId4"/>
  </p:handoutMasterIdLst>
  <p:sldIdLst>
    <p:sldId id="302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400"/>
    <a:srgbClr val="FF9900"/>
    <a:srgbClr val="D5D000"/>
    <a:srgbClr val="CC0000"/>
    <a:srgbClr val="E2DD00"/>
    <a:srgbClr val="716A3F"/>
    <a:srgbClr val="E6AD3A"/>
    <a:srgbClr val="D2D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2" autoAdjust="0"/>
    <p:restoredTop sz="94324" autoAdjust="0"/>
  </p:normalViewPr>
  <p:slideViewPr>
    <p:cSldViewPr>
      <p:cViewPr varScale="1">
        <p:scale>
          <a:sx n="80" d="100"/>
          <a:sy n="80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9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997344DD-E40A-4EA1-B26F-1D946FA754F7}" type="datetimeFigureOut">
              <a:rPr lang="en-US"/>
              <a:pPr>
                <a:defRPr/>
              </a:pPr>
              <a:t>6/9/2016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Confidential © </a:t>
            </a:r>
            <a:r>
              <a:rPr lang="en-US" dirty="0" smtClean="0"/>
              <a:t>2010 Wipro </a:t>
            </a:r>
            <a:r>
              <a:rPr lang="en-US" dirty="0"/>
              <a:t>Ltd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8330326-92E4-4015-A17D-F4B0814A22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E5223F51-7334-4172-8495-B99F61B7BBE5}" type="datetimeFigureOut">
              <a:rPr lang="en-US"/>
              <a:pPr>
                <a:defRPr/>
              </a:pPr>
              <a:t>6/9/2016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Confidential © </a:t>
            </a:r>
            <a:r>
              <a:rPr lang="en-US" dirty="0" smtClean="0"/>
              <a:t>2010 Wipro </a:t>
            </a:r>
            <a:r>
              <a:rPr lang="en-US" dirty="0"/>
              <a:t>Ltd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E49E916-E89F-453B-83C4-BAB569AA8E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2496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e:\My Documents\1 Temple\1 Wipro\1 On-going Jobs\Corporate ppt\Abstract\corp ppt_Intr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67200"/>
            <a:ext cx="9144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 rot="5400000">
            <a:off x="1676401" y="2971800"/>
            <a:ext cx="3352800" cy="317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5" name="Picture 2" descr="E:\My Documents\1 Temple\1 Wipro\1 On-going Jobs\Corporate ppt\z+ final\TMPLTS\WIPRO-LOW RES JPG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371600"/>
            <a:ext cx="2743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1906044"/>
            <a:ext cx="5791200" cy="1981200"/>
          </a:xfrm>
        </p:spPr>
        <p:txBody>
          <a:bodyPr>
            <a:normAutofit/>
          </a:bodyPr>
          <a:lstStyle>
            <a:lvl1pPr algn="r">
              <a:defRPr sz="3200" b="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1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Slid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Abstract\corp ppt_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:\Ashish\Corporate Brand Mgmt\Brand Identity Logo\Wipro Logo JPEG Image - White Background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3813" y="276225"/>
            <a:ext cx="1247775" cy="141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7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2AA48CDC-6A52-42ED-ABB1-09F0996813B8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219200" y="3517900"/>
            <a:ext cx="7772400" cy="1362075"/>
          </a:xfrm>
        </p:spPr>
        <p:txBody>
          <a:bodyPr/>
          <a:lstStyle>
            <a:lvl1pPr algn="r">
              <a:defRPr sz="2800" b="1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"/>
          </p:nvPr>
        </p:nvSpPr>
        <p:spPr>
          <a:xfrm>
            <a:off x="1212564" y="4419600"/>
            <a:ext cx="7772400" cy="444500"/>
          </a:xfrm>
        </p:spPr>
        <p:txBody>
          <a:bodyPr/>
          <a:lstStyle>
            <a:lvl1pPr marL="342900" marR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2000">
                <a:solidFill>
                  <a:schemeClr val="bg1">
                    <a:lumMod val="50000"/>
                  </a:schemeClr>
                </a:solidFill>
                <a:latin typeface="Gill Sans MT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995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Slid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e:\My Documents\1 Temple\1 Wipro\1 On-going Jobs\Corporate ppt\Abstract\corp ppt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953000"/>
            <a:ext cx="9144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D:\Ashish\Corporate Brand Mgmt\Brand Identity Logo\Wipro Logo JPEG Image - White Background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3813" y="276225"/>
            <a:ext cx="1247775" cy="141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12F5ACB8-2240-4523-93B8-91740FAB4F8B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19200" y="3517900"/>
            <a:ext cx="7772400" cy="1362075"/>
          </a:xfrm>
        </p:spPr>
        <p:txBody>
          <a:bodyPr/>
          <a:lstStyle>
            <a:lvl1pPr algn="r">
              <a:defRPr sz="2800" b="1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1212564" y="4419600"/>
            <a:ext cx="7772400" cy="444500"/>
          </a:xfrm>
        </p:spPr>
        <p:txBody>
          <a:bodyPr/>
          <a:lstStyle>
            <a:lvl1pPr marL="342900" marR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2000">
                <a:solidFill>
                  <a:schemeClr val="bg1">
                    <a:lumMod val="50000"/>
                  </a:schemeClr>
                </a:solidFill>
                <a:latin typeface="Gill Sans MT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82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Abstract\corp ppt_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953000"/>
            <a:ext cx="9144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:\Ashish\Corporate Brand Mgmt\Brand Identity Logo\Wipro Logo JPEG Image - White Background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3813" y="276225"/>
            <a:ext cx="1247775" cy="141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7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8FA71832-8A80-4A91-B8D4-F3D357D5F95E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219200" y="3517900"/>
            <a:ext cx="7772400" cy="1362075"/>
          </a:xfrm>
        </p:spPr>
        <p:txBody>
          <a:bodyPr/>
          <a:lstStyle>
            <a:lvl1pPr algn="r">
              <a:defRPr sz="2800" b="1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"/>
          </p:nvPr>
        </p:nvSpPr>
        <p:spPr>
          <a:xfrm>
            <a:off x="1212564" y="4419600"/>
            <a:ext cx="7772400" cy="444500"/>
          </a:xfrm>
        </p:spPr>
        <p:txBody>
          <a:bodyPr/>
          <a:lstStyle>
            <a:lvl1pPr marL="342900" marR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2000">
                <a:solidFill>
                  <a:schemeClr val="bg1">
                    <a:lumMod val="50000"/>
                  </a:schemeClr>
                </a:solidFill>
                <a:latin typeface="Gill Sans MT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380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Slide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Abstract\corp ppt_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953000"/>
            <a:ext cx="9144000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:\Ashish\Corporate Brand Mgmt\Brand Identity Logo\Wipro Logo JPEG Image - White Background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3813" y="276225"/>
            <a:ext cx="1247775" cy="141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srgbClr val="FFFFFF"/>
                </a:solidFill>
              </a:rPr>
              <a:t>© 2012 Wipro Ltd  -  Confidential</a:t>
            </a:r>
          </a:p>
        </p:txBody>
      </p:sp>
      <p:sp>
        <p:nvSpPr>
          <p:cNvPr id="7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D6354889-81D0-40AF-8CD9-F0ABC67C0EEB}" type="slidenum">
              <a:rPr lang="en-US" sz="1000" b="1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219200" y="3517900"/>
            <a:ext cx="7772400" cy="1362075"/>
          </a:xfrm>
        </p:spPr>
        <p:txBody>
          <a:bodyPr/>
          <a:lstStyle>
            <a:lvl1pPr algn="r">
              <a:defRPr sz="2800" b="1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212564" y="4419600"/>
            <a:ext cx="7772400" cy="444500"/>
          </a:xfrm>
        </p:spPr>
        <p:txBody>
          <a:bodyPr/>
          <a:lstStyle>
            <a:lvl1pPr marL="342900" marR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2000">
                <a:solidFill>
                  <a:schemeClr val="bg1">
                    <a:lumMod val="50000"/>
                  </a:schemeClr>
                </a:solidFill>
                <a:latin typeface="Gill Sans MT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762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Abstract\corp ppt_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876800"/>
            <a:ext cx="9144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:\Ashish\Corporate Brand Mgmt\Brand Identity Logo\Wipro Logo JPEG Image - White Background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3813" y="276225"/>
            <a:ext cx="1247775" cy="141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7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E3B493FD-8E65-4D13-A838-5098AE14BED0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219200" y="3517900"/>
            <a:ext cx="7772400" cy="1362075"/>
          </a:xfrm>
        </p:spPr>
        <p:txBody>
          <a:bodyPr/>
          <a:lstStyle>
            <a:lvl1pPr algn="r">
              <a:defRPr sz="2800" b="1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1212564" y="4419600"/>
            <a:ext cx="7772400" cy="444500"/>
          </a:xfrm>
        </p:spPr>
        <p:txBody>
          <a:bodyPr/>
          <a:lstStyle>
            <a:lvl1pPr marL="342900" marR="0" indent="-34290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2000">
                <a:solidFill>
                  <a:schemeClr val="bg1">
                    <a:lumMod val="50000"/>
                  </a:schemeClr>
                </a:solidFill>
                <a:latin typeface="Gill Sans MT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705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z+ final\TMPLTS\8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3"/>
          <p:cNvSpPr txBox="1">
            <a:spLocks/>
          </p:cNvSpPr>
          <p:nvPr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6" name="Slide Number Placeholder 6"/>
          <p:cNvSpPr txBox="1">
            <a:spLocks/>
          </p:cNvSpPr>
          <p:nvPr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83D4A773-86F9-4D52-8CA9-2948061A3238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>
            <a:lvl1pPr>
              <a:defRPr sz="20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600">
                <a:latin typeface="Gill Sans MT" pitchFamily="34" charset="0"/>
              </a:defRPr>
            </a:lvl3pPr>
            <a:lvl4pPr>
              <a:defRPr sz="1400">
                <a:latin typeface="Gill Sans MT" pitchFamily="34" charset="0"/>
              </a:defRPr>
            </a:lvl4pPr>
            <a:lvl5pPr>
              <a:defRPr sz="1200">
                <a:latin typeface="Gill Sans MT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541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83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z+ final\TMPLTS\6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6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BA779AE4-D7E7-4395-9BF5-A6D2AA41811F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>
            <a:lvl1pPr>
              <a:defRPr sz="20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600">
                <a:latin typeface="Gill Sans MT" pitchFamily="34" charset="0"/>
              </a:defRPr>
            </a:lvl3pPr>
            <a:lvl4pPr>
              <a:defRPr sz="1400">
                <a:latin typeface="Gill Sans MT" pitchFamily="34" charset="0"/>
              </a:defRPr>
            </a:lvl4pPr>
            <a:lvl5pPr>
              <a:defRPr sz="1200">
                <a:latin typeface="Gill Sans MT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9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z+ final\TMPLTS\4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6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EA3683F7-1E78-4F93-A3E1-3F22CC084ED0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>
            <a:lvl1pPr>
              <a:defRPr sz="20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600">
                <a:latin typeface="Gill Sans MT" pitchFamily="34" charset="0"/>
              </a:defRPr>
            </a:lvl3pPr>
            <a:lvl4pPr>
              <a:defRPr sz="1400">
                <a:latin typeface="Gill Sans MT" pitchFamily="34" charset="0"/>
              </a:defRPr>
            </a:lvl4pPr>
            <a:lvl5pPr>
              <a:defRPr sz="1200">
                <a:latin typeface="Gill Sans MT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971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z+ final\TMPLTS\3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srgbClr val="FFFFFF"/>
                </a:solidFill>
              </a:rPr>
              <a:t>© 2012 Wipro Ltd  -  Confidential</a:t>
            </a:r>
          </a:p>
        </p:txBody>
      </p:sp>
      <p:sp>
        <p:nvSpPr>
          <p:cNvPr id="6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118C3453-D59A-433D-A622-D82E1CEA8BBD}" type="slidenum">
              <a:rPr lang="en-US" sz="1000" b="1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>
            <a:lvl1pPr>
              <a:defRPr sz="20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600">
                <a:latin typeface="Gill Sans MT" pitchFamily="34" charset="0"/>
              </a:defRPr>
            </a:lvl3pPr>
            <a:lvl4pPr>
              <a:defRPr sz="1400">
                <a:latin typeface="Gill Sans MT" pitchFamily="34" charset="0"/>
              </a:defRPr>
            </a:lvl4pPr>
            <a:lvl5pPr>
              <a:defRPr sz="1200">
                <a:latin typeface="Gill Sans MT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5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My Documents\1 Temple\1 Wipro\1 On-going Jobs\Corporate ppt\z+ final\TMPLTS\1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6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EC35BAB5-E930-4919-AD17-AF1420AE8704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>
            <a:lvl1pPr>
              <a:defRPr sz="20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600">
                <a:latin typeface="Gill Sans MT" pitchFamily="34" charset="0"/>
              </a:defRPr>
            </a:lvl3pPr>
            <a:lvl4pPr>
              <a:defRPr sz="1400">
                <a:latin typeface="Gill Sans MT" pitchFamily="34" charset="0"/>
              </a:defRPr>
            </a:lvl4pPr>
            <a:lvl5pPr>
              <a:defRPr sz="1200">
                <a:latin typeface="Gill Sans MT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80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8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7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B1FBA26B-409D-4564-BA77-75B166C7C6E9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38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6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8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9EFEDAED-6862-4B10-B89C-EB9A37C5AC3A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624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4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10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40DA3D8F-1464-4303-ABC9-E8FD445E0D8F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10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3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srgbClr val="FFFFFF"/>
                </a:solidFill>
              </a:rPr>
              <a:t>© 2012 Wipro Ltd  -  Confidential</a:t>
            </a:r>
          </a:p>
        </p:txBody>
      </p:sp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058A1E2F-8E11-4CE8-92AF-76432B5CF095}" type="slidenum">
              <a:rPr lang="en-US" sz="1000" b="1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74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1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10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97660B9B-4EDC-4A8F-A6C0-A0985AE61E74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37778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63358" cy="914400"/>
          </a:xfrm>
        </p:spPr>
        <p:txBody>
          <a:bodyPr>
            <a:normAutofit/>
          </a:bodyPr>
          <a:lstStyle>
            <a:lvl1pPr algn="l">
              <a:defRPr sz="3200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818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8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0" y="914400"/>
            <a:ext cx="7543800" cy="158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/>
          <p:cNvSpPr txBox="1">
            <a:spLocks/>
          </p:cNvSpPr>
          <p:nvPr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8" name="Slide Number Placeholder 6"/>
          <p:cNvSpPr txBox="1">
            <a:spLocks/>
          </p:cNvSpPr>
          <p:nvPr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00C473F2-635C-46DE-A1A5-08DC12969284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3008313" cy="1009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346450" y="1295399"/>
            <a:ext cx="5111750" cy="51054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2305051"/>
            <a:ext cx="3008313" cy="4095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33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6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 userDrawn="1"/>
        </p:nvCxnSpPr>
        <p:spPr>
          <a:xfrm>
            <a:off x="0" y="914400"/>
            <a:ext cx="7543800" cy="158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2D51608B-BF97-49A9-BD62-1631F975F4AE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3008313" cy="1009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346450" y="1295399"/>
            <a:ext cx="5111750" cy="51054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2305051"/>
            <a:ext cx="3008313" cy="4095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748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4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 userDrawn="1"/>
        </p:nvCxnSpPr>
        <p:spPr>
          <a:xfrm>
            <a:off x="0" y="914400"/>
            <a:ext cx="7543800" cy="158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8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51FFC277-7D81-4E4F-8458-DB104541A604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3008313" cy="1009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346450" y="1295399"/>
            <a:ext cx="5111750" cy="51054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2305051"/>
            <a:ext cx="3008313" cy="4095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3881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3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 userDrawn="1"/>
        </p:nvCxnSpPr>
        <p:spPr>
          <a:xfrm>
            <a:off x="0" y="914400"/>
            <a:ext cx="7543800" cy="158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srgbClr val="FFFFFF"/>
                </a:solidFill>
              </a:rPr>
              <a:t>© 2012 Wipro Ltd  -  Confidential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C9D13DA5-E5C9-4383-A376-D6ABB78DDA47}" type="slidenum">
              <a:rPr lang="en-US" sz="1000" b="1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3008313" cy="1009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346450" y="1295399"/>
            <a:ext cx="5111750" cy="51054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2305051"/>
            <a:ext cx="3008313" cy="4095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282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My Documents\1 Temple\1 Wipro\1 On-going Jobs\Corporate ppt\z+ final\TMPLTS\1a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 userDrawn="1"/>
        </p:nvCxnSpPr>
        <p:spPr>
          <a:xfrm>
            <a:off x="0" y="914400"/>
            <a:ext cx="7543800" cy="158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25C0839B-FB7F-42C4-A790-9A4D93090ACE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3008313" cy="1009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346450" y="1295399"/>
            <a:ext cx="5111750" cy="51054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2305051"/>
            <a:ext cx="3008313" cy="4095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705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e:\My Documents\1 Temple\1 Wipro\1 On-going Jobs\Corporate ppt\Abstract\corp ppt_Intr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91000"/>
            <a:ext cx="9144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 rot="5400000">
            <a:off x="1676401" y="2971800"/>
            <a:ext cx="3352800" cy="317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5" name="Picture 2" descr="E:\My Documents\1 Temple\1 Wipro\1 On-going Jobs\Corporate ppt\z+ final\TMPLTS\WIPRO-LOW RES JPG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371600"/>
            <a:ext cx="2743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3"/>
          <p:cNvSpPr txBox="1">
            <a:spLocks/>
          </p:cNvSpPr>
          <p:nvPr userDrawn="1"/>
        </p:nvSpPr>
        <p:spPr bwMode="auto">
          <a:xfrm>
            <a:off x="2514600" y="6553200"/>
            <a:ext cx="3962400" cy="4413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>
                <a:solidFill>
                  <a:prstClr val="black"/>
                </a:solidFill>
              </a:rPr>
              <a:t>© </a:t>
            </a:r>
            <a:r>
              <a:rPr lang="en-US" sz="800" smtClean="0">
                <a:solidFill>
                  <a:prstClr val="black"/>
                </a:solidFill>
              </a:rPr>
              <a:t>2012 </a:t>
            </a:r>
            <a:r>
              <a:rPr lang="en-US" sz="800" dirty="0">
                <a:solidFill>
                  <a:prstClr val="black"/>
                </a:solidFill>
              </a:rPr>
              <a:t>Wipro Ltd  - 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1447800"/>
            <a:ext cx="5791200" cy="1981200"/>
          </a:xfrm>
        </p:spPr>
        <p:txBody>
          <a:bodyPr>
            <a:normAutofit/>
          </a:bodyPr>
          <a:lstStyle>
            <a:lvl1pPr algn="r">
              <a:defRPr sz="3200" b="1">
                <a:latin typeface="Gill Sans MT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5880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Name He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1" y="2612799"/>
            <a:ext cx="8220074" cy="623887"/>
          </a:xfrm>
        </p:spPr>
        <p:txBody>
          <a:bodyPr>
            <a:normAutofit/>
          </a:bodyPr>
          <a:lstStyle>
            <a:lvl1pPr algn="ctr">
              <a:buNone/>
              <a:def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Section Name Here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69901" y="3290677"/>
            <a:ext cx="8220074" cy="439496"/>
          </a:xfrm>
        </p:spPr>
        <p:txBody>
          <a:bodyPr>
            <a:normAutofit/>
          </a:bodyPr>
          <a:lstStyle>
            <a:lvl1pPr algn="ctr">
              <a:buNone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Who what when where</a:t>
            </a:r>
          </a:p>
        </p:txBody>
      </p:sp>
      <p:pic>
        <p:nvPicPr>
          <p:cNvPr id="7" name="Picture 6" descr="WIPRO PPT Design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0" name="Picture 9" descr="Slides Master - 51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7981685" y="105908"/>
            <a:ext cx="1044840" cy="1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97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60488"/>
            <a:ext cx="8240713" cy="4473575"/>
          </a:xfrm>
        </p:spPr>
        <p:txBody>
          <a:bodyPr/>
          <a:lstStyle>
            <a:lvl1pPr>
              <a:buClr>
                <a:srgbClr val="0070C0"/>
              </a:buClr>
              <a:defRPr sz="2200">
                <a:solidFill>
                  <a:srgbClr val="595959"/>
                </a:solidFill>
              </a:defRPr>
            </a:lvl1pPr>
            <a:lvl2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2pPr>
            <a:lvl3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3pPr>
            <a:lvl4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4pPr>
            <a:lvl5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rgbClr val="595959"/>
                </a:solidFill>
              </a:defRPr>
            </a:lvl5pPr>
          </a:lstStyle>
          <a:p>
            <a:pPr lvl="0"/>
            <a:r>
              <a:rPr lang="en-IN" dirty="0" smtClean="0"/>
              <a:t>Please use bullet points on this slide when the content is heavy break it up into highlights, don’t use paragraphs of text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249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/>
          <p:nvPr/>
        </p:nvCxnSpPr>
        <p:spPr>
          <a:xfrm>
            <a:off x="0" y="914400"/>
            <a:ext cx="7467600" cy="15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7696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pic>
        <p:nvPicPr>
          <p:cNvPr id="1029" name="Picture 2" descr="D:\Ashish\Corporate Brand Mgmt\Brand Identity Logo\Wipro Logo JPEG Image - White Background.jpg"/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8024813" y="152400"/>
            <a:ext cx="9429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/>
          </p:cNvSpPr>
          <p:nvPr/>
        </p:nvSpPr>
        <p:spPr bwMode="auto">
          <a:xfrm>
            <a:off x="2514600" y="6627813"/>
            <a:ext cx="3962400" cy="3667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>
            <a:lvl1pPr algn="ctr">
              <a:defRPr sz="1000" dirty="0" smtClean="0">
                <a:latin typeface="Gill Sans MT" pitchFamily="34" charset="0"/>
              </a:defRPr>
            </a:lvl1pPr>
          </a:lstStyle>
          <a:p>
            <a:pPr>
              <a:defRPr/>
            </a:pPr>
            <a:r>
              <a:rPr lang="en-US" sz="800" dirty="0">
                <a:solidFill>
                  <a:prstClr val="black"/>
                </a:solidFill>
              </a:rPr>
              <a:t>© 2012 Wipro Ltd  -  Confidential</a:t>
            </a:r>
          </a:p>
        </p:txBody>
      </p:sp>
      <p:sp>
        <p:nvSpPr>
          <p:cNvPr id="11" name="Slide Number Placeholder 6"/>
          <p:cNvSpPr txBox="1">
            <a:spLocks/>
          </p:cNvSpPr>
          <p:nvPr/>
        </p:nvSpPr>
        <p:spPr>
          <a:xfrm>
            <a:off x="-28575" y="6553200"/>
            <a:ext cx="21336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50A3C344-3348-47E4-BC33-99D6FEDED737}" type="slidenum">
              <a:rPr lang="en-US" sz="1000" b="1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sz="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27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  <p:sldLayoutId id="2147483834" r:id="rId19"/>
    <p:sldLayoutId id="2147483835" r:id="rId20"/>
    <p:sldLayoutId id="2147483836" r:id="rId21"/>
    <p:sldLayoutId id="2147483837" r:id="rId22"/>
    <p:sldLayoutId id="2147483838" r:id="rId23"/>
    <p:sldLayoutId id="2147483839" r:id="rId24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Gill Sans MT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Gill Sans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Gill Sans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Gill Sans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Gill Sans MT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Gill Sans MT" pitchFamily="34" charset="0"/>
        <a:buChar char="–"/>
        <a:defRPr sz="28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-"/>
        <a:defRPr sz="16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2"/>
          <p:cNvSpPr txBox="1">
            <a:spLocks/>
          </p:cNvSpPr>
          <p:nvPr/>
        </p:nvSpPr>
        <p:spPr>
          <a:xfrm>
            <a:off x="0" y="92166"/>
            <a:ext cx="8153401" cy="1151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Gill Sans MT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Gill Sans MT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Gill Sans MT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Gill Sans MT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Gill Sans MT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400" dirty="0" smtClean="0"/>
              <a:t>Rajeshwaran P J – </a:t>
            </a:r>
            <a:r>
              <a:rPr lang="en-US" sz="2400" dirty="0" smtClean="0"/>
              <a:t>Web Developer (</a:t>
            </a:r>
            <a:r>
              <a:rPr lang="en-US" sz="2400" dirty="0" err="1" smtClean="0"/>
              <a:t>.Net</a:t>
            </a:r>
            <a:r>
              <a:rPr lang="en-US" sz="2400" dirty="0" smtClean="0"/>
              <a:t>)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1668462" y="1854647"/>
            <a:ext cx="3384550" cy="1345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6200" tIns="38100" rIns="76200" bIns="38100">
            <a:spAutoFit/>
          </a:bodyPr>
          <a:lstStyle/>
          <a:p>
            <a:pPr marL="176213" indent="-176213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</a:pPr>
            <a:r>
              <a:rPr lang="en-US" sz="1050" b="1" dirty="0">
                <a:latin typeface="Gill Sans MT" pitchFamily="34" charset="0"/>
                <a:cs typeface="Times New Roman" pitchFamily="18" charset="0"/>
              </a:rPr>
              <a:t>Areas of </a:t>
            </a:r>
            <a:r>
              <a:rPr lang="en-US" sz="1050" b="1" dirty="0" smtClean="0">
                <a:latin typeface="Gill Sans MT" pitchFamily="34" charset="0"/>
                <a:cs typeface="Times New Roman" pitchFamily="18" charset="0"/>
              </a:rPr>
              <a:t>Expertise</a:t>
            </a:r>
            <a:endParaRPr lang="de-DE" sz="1050" dirty="0" smtClean="0">
              <a:solidFill>
                <a:prstClr val="black"/>
              </a:solidFill>
              <a:latin typeface="Gill Sans MT" pitchFamily="34" charset="0"/>
            </a:endParaRP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 smtClean="0">
                <a:solidFill>
                  <a:prstClr val="black"/>
                </a:solidFill>
                <a:latin typeface="Gill Sans MT" pitchFamily="34" charset="0"/>
              </a:rPr>
              <a:t>Web </a:t>
            </a:r>
            <a:r>
              <a:rPr lang="en-US" sz="1050" dirty="0">
                <a:solidFill>
                  <a:prstClr val="black"/>
                </a:solidFill>
                <a:latin typeface="Gill Sans MT" pitchFamily="34" charset="0"/>
              </a:rPr>
              <a:t>Development using </a:t>
            </a:r>
            <a:r>
              <a:rPr lang="en-US" sz="1050" dirty="0" smtClean="0">
                <a:solidFill>
                  <a:prstClr val="black"/>
                </a:solidFill>
                <a:latin typeface="Gill Sans MT" pitchFamily="34" charset="0"/>
              </a:rPr>
              <a:t>C#.NET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 smtClean="0">
                <a:solidFill>
                  <a:prstClr val="black"/>
                </a:solidFill>
                <a:latin typeface="Gill Sans MT" pitchFamily="34" charset="0"/>
              </a:rPr>
              <a:t>Have working experience in </a:t>
            </a:r>
            <a:r>
              <a:rPr lang="en-US" sz="1050" dirty="0">
                <a:solidFill>
                  <a:prstClr val="black"/>
                </a:solidFill>
                <a:latin typeface="Gill Sans MT" pitchFamily="34" charset="0"/>
              </a:rPr>
              <a:t>agile </a:t>
            </a:r>
            <a:r>
              <a:rPr lang="en-US" sz="1050" dirty="0" smtClean="0">
                <a:solidFill>
                  <a:prstClr val="black"/>
                </a:solidFill>
                <a:latin typeface="Gill Sans MT" pitchFamily="34" charset="0"/>
              </a:rPr>
              <a:t>project development</a:t>
            </a:r>
            <a:endParaRPr lang="en-US" sz="1050" dirty="0">
              <a:solidFill>
                <a:prstClr val="black"/>
              </a:solidFill>
              <a:latin typeface="Gill Sans MT" pitchFamily="34" charset="0"/>
            </a:endParaRP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 smtClean="0">
                <a:solidFill>
                  <a:prstClr val="black"/>
                </a:solidFill>
                <a:latin typeface="Gill Sans MT" pitchFamily="34" charset="0"/>
              </a:rPr>
              <a:t>Have good experience on SQL Server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>
                <a:solidFill>
                  <a:prstClr val="black"/>
                </a:solidFill>
                <a:latin typeface="Gill Sans MT" pitchFamily="34" charset="0"/>
              </a:rPr>
              <a:t>Have good experience in Angular JS and Entity </a:t>
            </a:r>
            <a:r>
              <a:rPr lang="en-US" sz="1050" dirty="0" smtClean="0">
                <a:solidFill>
                  <a:prstClr val="black"/>
                </a:solidFill>
                <a:latin typeface="Gill Sans MT" pitchFamily="34" charset="0"/>
              </a:rPr>
              <a:t>Framework</a:t>
            </a:r>
          </a:p>
          <a:p>
            <a:pPr marL="171450" indent="-171450" defTabSz="457200" fontAlgn="auto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 smtClean="0">
                <a:solidFill>
                  <a:prstClr val="black"/>
                </a:solidFill>
                <a:latin typeface="Gill Sans MT" pitchFamily="34" charset="0"/>
              </a:rPr>
              <a:t>Have basic knowledge on Microsoft Azure</a:t>
            </a:r>
          </a:p>
          <a:p>
            <a:pPr marL="117475" indent="-117475" defTabSz="4572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000" dirty="0" smtClean="0">
              <a:solidFill>
                <a:prstClr val="black"/>
              </a:solidFill>
              <a:latin typeface="Gill Sans MT" pitchFamily="34" charset="0"/>
            </a:endParaRP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1668462" y="1282580"/>
            <a:ext cx="5705475" cy="4593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76200" tIns="38100" rIns="76200" bIns="38100">
            <a:spAutoFit/>
          </a:bodyPr>
          <a:lstStyle/>
          <a:p>
            <a:pPr marL="176213" indent="-176213" eaLnBrk="0" hangingPunct="0">
              <a:lnSpc>
                <a:spcPct val="90000"/>
              </a:lnSpc>
              <a:spcBef>
                <a:spcPct val="50000"/>
              </a:spcBef>
              <a:buClr>
                <a:srgbClr val="8A2B45"/>
              </a:buClr>
              <a:buSzPct val="120000"/>
              <a:buFont typeface="Wingdings" pitchFamily="2" charset="2"/>
              <a:buNone/>
            </a:pPr>
            <a:r>
              <a:rPr lang="en-US" sz="1050" b="1" dirty="0" smtClean="0">
                <a:latin typeface="Gill Sans MT" pitchFamily="34" charset="0"/>
                <a:cs typeface="Times New Roman" pitchFamily="18" charset="0"/>
              </a:rPr>
              <a:t>Web </a:t>
            </a:r>
            <a:r>
              <a:rPr lang="en-US" sz="1050" b="1" dirty="0">
                <a:latin typeface="Gill Sans MT" pitchFamily="34" charset="0"/>
                <a:cs typeface="Times New Roman" pitchFamily="18" charset="0"/>
              </a:rPr>
              <a:t>Developer (</a:t>
            </a:r>
            <a:r>
              <a:rPr lang="en-US" sz="1050" b="1" dirty="0" err="1">
                <a:latin typeface="Gill Sans MT" pitchFamily="34" charset="0"/>
                <a:cs typeface="Times New Roman" pitchFamily="18" charset="0"/>
              </a:rPr>
              <a:t>.Net</a:t>
            </a:r>
            <a:r>
              <a:rPr lang="en-US" sz="1050" b="1" dirty="0" smtClean="0">
                <a:latin typeface="Gill Sans MT" pitchFamily="34" charset="0"/>
                <a:cs typeface="Times New Roman" pitchFamily="18" charset="0"/>
              </a:rPr>
              <a:t>)</a:t>
            </a:r>
            <a:endParaRPr lang="de-DE" sz="1050" b="1" dirty="0">
              <a:latin typeface="Gill Sans MT" pitchFamily="34" charset="0"/>
              <a:cs typeface="Times New Roman" pitchFamily="18" charset="0"/>
            </a:endParaRPr>
          </a:p>
          <a:p>
            <a:pPr marL="176213" indent="-176213" eaLnBrk="0" hangingPunct="0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SzPct val="120000"/>
              <a:buFont typeface="Wingdings" pitchFamily="2" charset="2"/>
              <a:buChar char="§"/>
            </a:pPr>
            <a:r>
              <a:rPr lang="de-DE" sz="1050" dirty="0" smtClean="0">
                <a:latin typeface="Gill Sans MT" pitchFamily="34" charset="0"/>
                <a:cs typeface="Times New Roman" pitchFamily="18" charset="0"/>
              </a:rPr>
              <a:t>Years </a:t>
            </a:r>
            <a:r>
              <a:rPr lang="de-DE" sz="1100" dirty="0" smtClean="0">
                <a:latin typeface="Gill Sans MT" pitchFamily="34" charset="0"/>
                <a:cs typeface="Times New Roman" pitchFamily="18" charset="0"/>
              </a:rPr>
              <a:t>Experience</a:t>
            </a:r>
            <a:r>
              <a:rPr lang="de-DE" sz="1050" dirty="0" smtClean="0">
                <a:latin typeface="Gill Sans MT" pitchFamily="34" charset="0"/>
                <a:cs typeface="Times New Roman" pitchFamily="18" charset="0"/>
              </a:rPr>
              <a:t>: 1 Year</a:t>
            </a:r>
            <a:endParaRPr lang="en-GB" sz="1050" dirty="0">
              <a:latin typeface="Gill Sans MT" pitchFamily="34" charset="0"/>
              <a:cs typeface="Times New Roman" pitchFamily="18" charset="0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6652752" y="1858891"/>
            <a:ext cx="1828800" cy="4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6200" tIns="38100" rIns="76200" bIns="38100">
            <a:spAutoFit/>
          </a:bodyPr>
          <a:lstStyle/>
          <a:p>
            <a:pPr marL="176213" indent="-176213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</a:pPr>
            <a:r>
              <a:rPr lang="en-US" sz="1100" b="1" dirty="0">
                <a:latin typeface="Gill Sans MT" pitchFamily="34" charset="0"/>
                <a:cs typeface="Times New Roman" pitchFamily="18" charset="0"/>
              </a:rPr>
              <a:t>Industry Sectors</a:t>
            </a:r>
          </a:p>
          <a:p>
            <a:pPr marL="176213" indent="-176213" eaLnBrk="0" hangingPunct="0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SzPct val="120000"/>
              <a:buFont typeface="Wingdings" pitchFamily="2" charset="2"/>
              <a:buChar char="§"/>
            </a:pPr>
            <a:r>
              <a:rPr lang="en-GB" sz="1100" dirty="0" smtClean="0">
                <a:latin typeface="Gill Sans MT" pitchFamily="34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4076700" y="1245755"/>
            <a:ext cx="3735388" cy="594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76200" tIns="38100" rIns="76200" bIns="38100">
            <a:spAutoFit/>
          </a:bodyPr>
          <a:lstStyle/>
          <a:p>
            <a:pPr marL="176213" indent="-176213" algn="just" eaLnBrk="0" hangingPunct="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25000"/>
            </a:pPr>
            <a:r>
              <a:rPr lang="en-US" sz="1050" b="1" dirty="0">
                <a:latin typeface="Gill Sans MT" pitchFamily="34" charset="0"/>
              </a:rPr>
              <a:t>Education / Certifications</a:t>
            </a:r>
            <a:endParaRPr lang="en-GB" sz="1050" dirty="0">
              <a:latin typeface="Gill Sans MT" pitchFamily="34" charset="0"/>
            </a:endParaRPr>
          </a:p>
          <a:p>
            <a:pPr marL="176213" indent="-176213" eaLnBrk="0" hangingPunct="0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SzPct val="120000"/>
              <a:buFont typeface="Wingdings" pitchFamily="2" charset="2"/>
              <a:buChar char="§"/>
            </a:pPr>
            <a:r>
              <a:rPr lang="de-DE" sz="1050" dirty="0" smtClean="0">
                <a:latin typeface="Gill Sans MT" pitchFamily="34" charset="0"/>
              </a:rPr>
              <a:t>Bachelor of Engineering – Electrical and Electronics, Tamil Nadu, India.</a:t>
            </a:r>
            <a:endParaRPr lang="en-GB" sz="1050" dirty="0">
              <a:latin typeface="Gill Sans MT" pitchFamily="34" charset="0"/>
              <a:cs typeface="Times New Roman" pitchFamily="18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152400" y="3352800"/>
            <a:ext cx="4724400" cy="349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200" tIns="38100" rIns="76200" bIns="38100"/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25000"/>
            </a:pPr>
            <a:endParaRPr lang="en-GB" sz="1000" dirty="0">
              <a:latin typeface="Gill Sans MT" pitchFamily="34" charset="0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4521199" y="2130000"/>
            <a:ext cx="3719513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6200" tIns="38100" rIns="76200" bIns="38100">
            <a:spAutoFit/>
          </a:bodyPr>
          <a:lstStyle/>
          <a:p>
            <a:endParaRPr lang="en-GB" sz="1000" u="sng" dirty="0">
              <a:latin typeface="Gill Sans MT" pitchFamily="34" charset="0"/>
            </a:endParaRPr>
          </a:p>
          <a:p>
            <a:pPr marL="117475" indent="-117475" defTabSz="4572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000" dirty="0" smtClean="0">
              <a:solidFill>
                <a:prstClr val="black"/>
              </a:solidFill>
              <a:latin typeface="Gill Sans MT" pitchFamily="34" charset="0"/>
            </a:endParaRPr>
          </a:p>
          <a:p>
            <a:endParaRPr lang="en-GB" sz="1000" u="sng" dirty="0">
              <a:latin typeface="Gill Sans MT" pitchFamily="34" charset="0"/>
            </a:endParaRPr>
          </a:p>
          <a:p>
            <a:endParaRPr lang="en-GB" sz="1000" dirty="0">
              <a:latin typeface="Gill Sans MT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73517"/>
              </p:ext>
            </p:extLst>
          </p:nvPr>
        </p:nvGraphicFramePr>
        <p:xfrm>
          <a:off x="312339" y="3245198"/>
          <a:ext cx="8417720" cy="360645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417720"/>
              </a:tblGrid>
              <a:tr h="24800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Platform / Back-end developer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C# language, .NET framework, Visual Studio and tools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ASP.NET and web development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SQL Server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effectLst/>
                        </a:rPr>
                        <a:t>Entity Framework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LINQ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Knowledge of Azure technologies </a:t>
                      </a:r>
                      <a:r>
                        <a:rPr lang="en-US" sz="900" dirty="0" smtClean="0">
                          <a:effectLst/>
                        </a:rPr>
                        <a:t>: </a:t>
                      </a:r>
                      <a:r>
                        <a:rPr lang="en-US" sz="900" dirty="0">
                          <a:effectLst/>
                        </a:rPr>
                        <a:t>table storage, blob </a:t>
                      </a:r>
                      <a:r>
                        <a:rPr lang="en-US" sz="900" dirty="0" smtClean="0">
                          <a:effectLst/>
                        </a:rPr>
                        <a:t>storage, </a:t>
                      </a:r>
                      <a:r>
                        <a:rPr lang="en-US" sz="900" dirty="0">
                          <a:effectLst/>
                        </a:rPr>
                        <a:t>resource management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Previous working experience with Microsoft is an advantage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Overall industry experience: </a:t>
                      </a:r>
                      <a:r>
                        <a:rPr lang="en-US" sz="900" dirty="0" smtClean="0">
                          <a:effectLst/>
                        </a:rPr>
                        <a:t>1 year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 algn="l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Experienced in agile project development</a:t>
                      </a:r>
                      <a:endParaRPr 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689" marR="55689" marT="0" marB="0" anchor="ctr"/>
                </a:tc>
              </a:tr>
              <a:tr h="130845">
                <a:tc>
                  <a:txBody>
                    <a:bodyPr/>
                    <a:lstStyle/>
                    <a:p>
                      <a:endParaRPr lang="en-US" sz="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606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UI developer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C# language, .NET framework, Visual Studio and tools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ASP.NET and web development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7200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UI web development (HTML/Java </a:t>
                      </a:r>
                      <a:r>
                        <a:rPr lang="en-US" sz="900" dirty="0" smtClean="0">
                          <a:effectLst/>
                        </a:rPr>
                        <a:t>script/CSS/Angular</a:t>
                      </a:r>
                      <a:r>
                        <a:rPr lang="en-US" sz="900" baseline="0" dirty="0" smtClean="0">
                          <a:effectLst/>
                        </a:rPr>
                        <a:t>JS/Bootstrap</a:t>
                      </a:r>
                      <a:r>
                        <a:rPr lang="en-US" sz="900" dirty="0" smtClean="0">
                          <a:effectLst/>
                        </a:rPr>
                        <a:t>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89953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Previous working experience with Microsoft is an advantage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44551">
                <a:tc>
                  <a:txBody>
                    <a:bodyPr/>
                    <a:lstStyle/>
                    <a:p>
                      <a:pPr marL="0" marR="0" indent="1397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Overall industry experience: </a:t>
                      </a:r>
                      <a:r>
                        <a:rPr lang="en-US" sz="900" dirty="0" smtClean="0">
                          <a:effectLst/>
                        </a:rPr>
                        <a:t>1 </a:t>
                      </a:r>
                      <a:r>
                        <a:rPr lang="en-US" sz="900" dirty="0" smtClean="0">
                          <a:effectLst/>
                        </a:rPr>
                        <a:t>year</a:t>
                      </a:r>
                      <a:endParaRPr lang="en-US" sz="900" dirty="0" smtClea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  <a:tr h="192765">
                <a:tc>
                  <a:txBody>
                    <a:bodyPr/>
                    <a:lstStyle/>
                    <a:p>
                      <a:pPr marL="0" marR="0" indent="139700" algn="l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sz="9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Experienced in agile project development</a:t>
                      </a:r>
                      <a:endParaRPr 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689" marR="55689" marT="0" marB="0" anchor="ctr"/>
                </a:tc>
              </a:tr>
              <a:tr h="192765">
                <a:tc>
                  <a:txBody>
                    <a:bodyPr/>
                    <a:lstStyle/>
                    <a:p>
                      <a:pPr marL="0" marR="0" indent="139700" algn="l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endParaRPr 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689" marR="55689" marT="0" marB="0" anchor="ctr"/>
                </a:tc>
              </a:tr>
              <a:tr h="1606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Responsibilities in current project</a:t>
                      </a:r>
                    </a:p>
                  </a:txBody>
                  <a:tcPr marL="55689" marR="55689" marT="0" marB="0" anchor="ctr"/>
                </a:tc>
              </a:tr>
              <a:tr h="289101">
                <a:tc>
                  <a:txBody>
                    <a:bodyPr/>
                    <a:lstStyle/>
                    <a:p>
                      <a:pPr marL="0" marR="0" indent="139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story analysis, Task preparation, Implementation of user story, Code reviews, Writing Unit Tests, Attending daily scrum calls, Presenting work in front of customer</a:t>
                      </a:r>
                    </a:p>
                  </a:txBody>
                  <a:tcPr marL="55689" marR="55689" marT="0" marB="0" anchor="ctr"/>
                </a:tc>
              </a:tr>
              <a:tr h="130845">
                <a:tc>
                  <a:txBody>
                    <a:bodyPr/>
                    <a:lstStyle/>
                    <a:p>
                      <a:endParaRPr lang="en-US" sz="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689" marR="55689" marT="0" marB="0" anchor="ctr"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64" y="1282580"/>
            <a:ext cx="1259586" cy="1620774"/>
          </a:xfrm>
          <a:prstGeom prst="rect">
            <a:avLst/>
          </a:prstGeom>
        </p:spPr>
      </p:pic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4920789" y="1876589"/>
            <a:ext cx="173196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200" tIns="38100" rIns="76200" bIns="38100">
            <a:spAutoFit/>
          </a:bodyPr>
          <a:lstStyle/>
          <a:p>
            <a:pPr marL="176213" indent="-176213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</a:pPr>
            <a:r>
              <a:rPr lang="en-US" sz="1000" b="1" dirty="0" smtClean="0">
                <a:latin typeface="Gill Sans MT" pitchFamily="34" charset="0"/>
                <a:cs typeface="Times New Roman" pitchFamily="18" charset="0"/>
              </a:rPr>
              <a:t>Previous Client</a:t>
            </a:r>
            <a:endParaRPr lang="en-US" sz="1000" b="1" dirty="0">
              <a:latin typeface="Gill Sans MT" pitchFamily="34" charset="0"/>
              <a:cs typeface="Times New Roman" pitchFamily="18" charset="0"/>
            </a:endParaRPr>
          </a:p>
          <a:p>
            <a:pPr marL="176213" indent="-176213" eaLnBrk="0" hangingPunct="0">
              <a:lnSpc>
                <a:spcPct val="90000"/>
              </a:lnSpc>
              <a:spcBef>
                <a:spcPct val="50000"/>
              </a:spcBef>
              <a:buClr>
                <a:srgbClr val="C00000"/>
              </a:buClr>
              <a:buSzPct val="120000"/>
              <a:buFont typeface="Wingdings" pitchFamily="2" charset="2"/>
              <a:buChar char="§"/>
            </a:pPr>
            <a:r>
              <a:rPr lang="en-GB" sz="1000" dirty="0" smtClean="0">
                <a:latin typeface="Gill Sans MT" pitchFamily="34" charset="0"/>
                <a:cs typeface="Times New Roman" pitchFamily="18" charset="0"/>
              </a:rPr>
              <a:t>Microsoft, USA</a:t>
            </a:r>
            <a:endParaRPr lang="en-GB" sz="1000" dirty="0" smtClean="0">
              <a:latin typeface="Gill Sans MT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01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Wipro standard color pallets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ADEBAC"/>
      </a:accent1>
      <a:accent2>
        <a:srgbClr val="FEFF99"/>
      </a:accent2>
      <a:accent3>
        <a:srgbClr val="FF9899"/>
      </a:accent3>
      <a:accent4>
        <a:srgbClr val="C299C3"/>
      </a:accent4>
      <a:accent5>
        <a:srgbClr val="9AC2FF"/>
      </a:accent5>
      <a:accent6>
        <a:srgbClr val="FFFFFF"/>
      </a:accent6>
      <a:hlink>
        <a:srgbClr val="0000FF"/>
      </a:hlink>
      <a:folHlink>
        <a:srgbClr val="800080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Arial" charset="0"/>
          <a:buNone/>
          <a:tabLst/>
          <a:defRPr kumimoji="0" sz="2000" b="0" i="0" u="none" strike="noStrike" kern="1200" cap="none" spc="0" normalizeH="0" baseline="0" noProof="0" dirty="0" smtClean="0">
            <a:ln>
              <a:noFill/>
            </a:ln>
            <a:solidFill>
              <a:schemeClr val="tx1">
                <a:tint val="75000"/>
              </a:schemeClr>
            </a:solidFill>
            <a:effectLst/>
            <a:uLnTx/>
            <a:uFillTx/>
            <a:latin typeface="Gill Sans MT" pitchFamily="34" charset="0"/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</TotalTime>
  <Words>189</Words>
  <Application>Microsoft Office PowerPoint</Application>
  <PresentationFormat>On-screen Show (4:3)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Gill Sans MT</vt:lpstr>
      <vt:lpstr>Lucida Sans Unicode</vt:lpstr>
      <vt:lpstr>Times New Roman</vt:lpstr>
      <vt:lpstr>Wingdings</vt:lpstr>
      <vt:lpstr>blank</vt:lpstr>
      <vt:lpstr>PowerPoint Presentation</vt:lpstr>
    </vt:vector>
  </TitlesOfParts>
  <Company>Wipro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Wipro Consulting Services</dc:title>
  <dc:subject>Standard Presentation Template</dc:subject>
  <dc:creator>sbenedic</dc:creator>
  <cp:lastModifiedBy>Rajeshwaran PJ (Wipro Ltd.)</cp:lastModifiedBy>
  <cp:revision>100</cp:revision>
  <dcterms:created xsi:type="dcterms:W3CDTF">2010-06-23T15:18:31Z</dcterms:created>
  <dcterms:modified xsi:type="dcterms:W3CDTF">2016-06-09T10:04:11Z</dcterms:modified>
</cp:coreProperties>
</file>